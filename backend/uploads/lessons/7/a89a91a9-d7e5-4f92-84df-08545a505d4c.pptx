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Noto Sans" charset="1" panose="020B0502040504020204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006007" y="4819967"/>
            <a:ext cx="27598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DAGzYKfYJp0</dc:identifier>
  <dcterms:modified xsi:type="dcterms:W3CDTF">2011-08-01T06:04:30Z</dcterms:modified>
  <cp:revision>1</cp:revision>
  <dc:title>gay test</dc:title>
</cp:coreProperties>
</file>